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4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Plant Disease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                                Presented by </a:t>
            </a:r>
          </a:p>
          <a:p>
            <a:r>
              <a:rPr lang="en-US" dirty="0"/>
              <a:t>                                         </a:t>
            </a:r>
            <a:r>
              <a:rPr lang="en-US" dirty="0" err="1"/>
              <a:t>P.Nirupa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plant disease detection is slow and error-prone.</a:t>
            </a:r>
          </a:p>
          <a:p>
            <a:r>
              <a:t>• Farmers require fast and accurate diagnosis.</a:t>
            </a:r>
          </a:p>
          <a:p>
            <a:r>
              <a:t>• Goal: Develop a deep learning model to classify diseases from leaf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a high-accuracy plant disease classifier.</a:t>
            </a:r>
          </a:p>
          <a:p>
            <a:r>
              <a:t>• Use transfer learning for better performance.</a:t>
            </a:r>
          </a:p>
          <a:p>
            <a:r>
              <a:t>• Deploy as an interactive web app.</a:t>
            </a:r>
          </a:p>
          <a:p>
            <a:r>
              <a:t>• Provide real-time predictions and disease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Dataset: Plant Village</a:t>
            </a:r>
          </a:p>
          <a:p>
            <a:r>
              <a:rPr dirty="0"/>
              <a:t>• Images: ~50,000 leaf images.</a:t>
            </a:r>
          </a:p>
          <a:p>
            <a:r>
              <a:rPr dirty="0"/>
              <a:t>• Classes: Healthy + Multiple diseases.</a:t>
            </a:r>
          </a:p>
          <a:p>
            <a:r>
              <a:rPr dirty="0"/>
              <a:t>• Image size: 128x128 or 224x224.</a:t>
            </a:r>
          </a:p>
          <a:p>
            <a:r>
              <a:rPr dirty="0"/>
              <a:t>• Split: Train (</a:t>
            </a:r>
            <a:r>
              <a:rPr lang="en-US" dirty="0"/>
              <a:t>8</a:t>
            </a:r>
            <a:r>
              <a:rPr dirty="0"/>
              <a:t>0%), Val (20</a:t>
            </a:r>
            <a:r>
              <a:rPr lang="en-US" dirty="0"/>
              <a:t>%)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Resizing images</a:t>
            </a:r>
          </a:p>
          <a:p>
            <a:r>
              <a:rPr dirty="0"/>
              <a:t>• Normalization (1/255)</a:t>
            </a:r>
          </a:p>
          <a:p>
            <a:r>
              <a:rPr dirty="0"/>
              <a:t>• Data augmentation</a:t>
            </a:r>
          </a:p>
          <a:p>
            <a:r>
              <a:rPr dirty="0"/>
              <a:t>  - Rotation, Zoom, Flip, Brightness</a:t>
            </a:r>
          </a:p>
          <a:p>
            <a:r>
              <a:rPr dirty="0"/>
              <a:t>  - Prevents overfitting and increases diversity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Baseline CNN:</a:t>
            </a:r>
          </a:p>
          <a:p>
            <a:r>
              <a:t>• Conv + MaxPooling layers</a:t>
            </a:r>
          </a:p>
          <a:p>
            <a:r>
              <a:t>• Dense classification layer</a:t>
            </a:r>
          </a:p>
          <a:p>
            <a:endParaRPr/>
          </a:p>
          <a:p>
            <a:r>
              <a:t>2. Transfer Learning:</a:t>
            </a:r>
          </a:p>
          <a:p>
            <a:r>
              <a:t>• ResNet50</a:t>
            </a:r>
          </a:p>
          <a:p>
            <a:r>
              <a:t>• EfficientNetB0</a:t>
            </a:r>
          </a:p>
          <a:p>
            <a:r>
              <a:t>• VGG16</a:t>
            </a:r>
          </a:p>
          <a:p>
            <a:r>
              <a:t>• Pretrained on ImageNet.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Optimizer: Adam</a:t>
            </a:r>
          </a:p>
          <a:p>
            <a:r>
              <a:rPr dirty="0"/>
              <a:t>• Loss: Categorical Cross entropy</a:t>
            </a:r>
          </a:p>
          <a:p>
            <a:r>
              <a:rPr dirty="0"/>
              <a:t>• Batch Size: 32</a:t>
            </a:r>
          </a:p>
          <a:p>
            <a:r>
              <a:rPr dirty="0"/>
              <a:t>• Epochs: </a:t>
            </a:r>
            <a:r>
              <a:rPr lang="en-US" dirty="0"/>
              <a:t>5 to 10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</a:t>
            </a:r>
          </a:p>
          <a:p>
            <a:r>
              <a:t>• Precision</a:t>
            </a:r>
          </a:p>
          <a:p>
            <a:r>
              <a:t>• Recall</a:t>
            </a:r>
          </a:p>
          <a:p>
            <a:r>
              <a:t>• F1-score</a:t>
            </a:r>
          </a:p>
          <a:p>
            <a:r>
              <a:t>• Confusion Matrix</a:t>
            </a:r>
          </a:p>
          <a:p>
            <a:r>
              <a:t>• Validation Loss Curve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Baseline CNN Accuracy: 82-85%</a:t>
            </a:r>
          </a:p>
          <a:p>
            <a:r>
              <a:t>• EfficientNet Accuracy: 95-98%</a:t>
            </a:r>
          </a:p>
          <a:p>
            <a:r>
              <a:t>• ResNet50: 92-95%</a:t>
            </a:r>
          </a:p>
          <a:p>
            <a:r>
              <a:t>• VGG16: 90-92%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Helps identify misclassified leaf images.</a:t>
            </a:r>
          </a:p>
          <a:p>
            <a:r>
              <a:t>• Shows model performance per class.</a:t>
            </a:r>
          </a:p>
          <a:p>
            <a:r>
              <a:t>• Indicates which diseases look visually similar.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Grad-CAM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Grad-CAM to visualize which leaf region the model focuses on.</a:t>
            </a:r>
          </a:p>
          <a:p>
            <a:r>
              <a:t>• Highlights infected areas.</a:t>
            </a:r>
          </a:p>
          <a:p>
            <a:r>
              <a:t>• Improves explainability for farmers and experts.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Save trained model (.h5 or SavedModel).</a:t>
            </a:r>
          </a:p>
          <a:p>
            <a:r>
              <a:t>2. Build UI with Streamlit or Flask.</a:t>
            </a:r>
          </a:p>
          <a:p>
            <a:r>
              <a:t>3. Cloud Deployment:</a:t>
            </a:r>
          </a:p>
          <a:p>
            <a:r>
              <a:t>   - AWS EC2 / S3</a:t>
            </a:r>
          </a:p>
          <a:p>
            <a:r>
              <a:t>   - GCP / Azure</a:t>
            </a:r>
          </a:p>
          <a:p>
            <a:r>
              <a:t>4. User uploads leaf image → model predicts disease.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Upload leaf image.</a:t>
            </a:r>
          </a:p>
          <a:p>
            <a:r>
              <a:rPr dirty="0"/>
              <a:t>• Get predicted disease name.</a:t>
            </a:r>
          </a:p>
          <a:p>
            <a:r>
              <a:rPr dirty="0"/>
              <a:t>• See </a:t>
            </a:r>
            <a:r>
              <a:t>confidence percentage.</a:t>
            </a:r>
            <a:endParaRPr dirty="0"/>
          </a:p>
          <a:p>
            <a:r>
              <a:rPr dirty="0"/>
              <a:t>• Preventive measures and solutions.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Similar-looking diseases.</a:t>
            </a:r>
          </a:p>
          <a:p>
            <a:r>
              <a:t>• Lighting variations.</a:t>
            </a:r>
          </a:p>
          <a:p>
            <a:r>
              <a:t>• Overfitting on small datasets.</a:t>
            </a:r>
          </a:p>
          <a:p>
            <a:r>
              <a:t>• Need for strong GPU for training.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Deep learning provides a reliable way to detect plant diseases.</a:t>
            </a:r>
          </a:p>
          <a:p>
            <a:r>
              <a:t>• Helps boost productivity and reduce crop losses.</a:t>
            </a:r>
          </a:p>
          <a:p>
            <a:r>
              <a:t>• Scalable, real-time, and farmer-friendly solution.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056588"/>
          </a:xfrm>
        </p:spPr>
        <p:txBody>
          <a:bodyPr/>
          <a:lstStyle/>
          <a:p>
            <a:r>
              <a:rPr lang="en-US" dirty="0"/>
              <a:t>Thankyou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429</Words>
  <Application>Microsoft Office PowerPoint</Application>
  <PresentationFormat>On-screen Show (4:3)</PresentationFormat>
  <Paragraphs>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Automated Plant Disease Detection</vt:lpstr>
      <vt:lpstr>Problem Statement</vt:lpstr>
      <vt:lpstr>Objectives</vt:lpstr>
      <vt:lpstr>Dataset Details</vt:lpstr>
      <vt:lpstr>Image Preprocessing</vt:lpstr>
      <vt:lpstr>Model Architecture</vt:lpstr>
      <vt:lpstr>Training Configuration</vt:lpstr>
      <vt:lpstr>Evaluation Metrics</vt:lpstr>
      <vt:lpstr>Model Performance</vt:lpstr>
      <vt:lpstr>Confusion Matrix</vt:lpstr>
      <vt:lpstr>Grad-CAM Visualization</vt:lpstr>
      <vt:lpstr>Deployment Pipeline</vt:lpstr>
      <vt:lpstr>Application Features</vt:lpstr>
      <vt:lpstr>Challenges Faced</vt:lpstr>
      <vt:lpstr>Conclusion</vt:lpstr>
      <vt:lpstr>Thankyou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Puthalapattu Nirupa</cp:lastModifiedBy>
  <cp:revision>4</cp:revision>
  <dcterms:created xsi:type="dcterms:W3CDTF">2013-01-27T09:14:16Z</dcterms:created>
  <dcterms:modified xsi:type="dcterms:W3CDTF">2025-11-14T12:04:48Z</dcterms:modified>
  <cp:category/>
</cp:coreProperties>
</file>